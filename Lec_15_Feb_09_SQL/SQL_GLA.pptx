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7" r:id="rId2"/>
    <p:sldId id="265" r:id="rId3"/>
    <p:sldId id="258" r:id="rId4"/>
    <p:sldId id="260" r:id="rId5"/>
    <p:sldId id="273" r:id="rId6"/>
    <p:sldId id="267" r:id="rId7"/>
    <p:sldId id="268" r:id="rId8"/>
    <p:sldId id="270" r:id="rId9"/>
    <p:sldId id="271" r:id="rId10"/>
    <p:sldId id="269" r:id="rId11"/>
    <p:sldId id="274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3833FE-CC18-4ABE-B5A5-412260A06BE2}" v="7" dt="2026-02-11T03:05:45.3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632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VEZ ANSARI" userId="7f036de033caac6e" providerId="LiveId" clId="{8054CD99-D820-4F59-B207-5EC93C5F0C89}"/>
    <pc:docChg chg="undo redo custSel addSld delSld modSld sldOrd">
      <pc:chgData name="SHAVEZ ANSARI" userId="7f036de033caac6e" providerId="LiveId" clId="{8054CD99-D820-4F59-B207-5EC93C5F0C89}" dt="2026-02-11T03:06:06.211" v="2326" actId="1076"/>
      <pc:docMkLst>
        <pc:docMk/>
      </pc:docMkLst>
      <pc:sldChg chg="modSp mod">
        <pc:chgData name="SHAVEZ ANSARI" userId="7f036de033caac6e" providerId="LiveId" clId="{8054CD99-D820-4F59-B207-5EC93C5F0C89}" dt="2026-02-08T08:59:41.890" v="2260" actId="20577"/>
        <pc:sldMkLst>
          <pc:docMk/>
          <pc:sldMk cId="0" sldId="257"/>
        </pc:sldMkLst>
        <pc:spChg chg="mod">
          <ac:chgData name="SHAVEZ ANSARI" userId="7f036de033caac6e" providerId="LiveId" clId="{8054CD99-D820-4F59-B207-5EC93C5F0C89}" dt="2026-02-07T07:21:15.849" v="1632" actId="1076"/>
          <ac:spMkLst>
            <pc:docMk/>
            <pc:sldMk cId="0" sldId="257"/>
            <ac:spMk id="2" creationId="{00000000-0000-0000-0000-000000000000}"/>
          </ac:spMkLst>
        </pc:spChg>
        <pc:spChg chg="mod">
          <ac:chgData name="SHAVEZ ANSARI" userId="7f036de033caac6e" providerId="LiveId" clId="{8054CD99-D820-4F59-B207-5EC93C5F0C89}" dt="2026-02-08T08:59:41.890" v="2260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delSp modSp mod">
        <pc:chgData name="SHAVEZ ANSARI" userId="7f036de033caac6e" providerId="LiveId" clId="{8054CD99-D820-4F59-B207-5EC93C5F0C89}" dt="2026-02-07T08:33:47.743" v="1841" actId="1076"/>
        <pc:sldMkLst>
          <pc:docMk/>
          <pc:sldMk cId="0" sldId="258"/>
        </pc:sldMkLst>
        <pc:picChg chg="add mod">
          <ac:chgData name="SHAVEZ ANSARI" userId="7f036de033caac6e" providerId="LiveId" clId="{8054CD99-D820-4F59-B207-5EC93C5F0C89}" dt="2026-02-07T08:33:47.743" v="1841" actId="1076"/>
          <ac:picMkLst>
            <pc:docMk/>
            <pc:sldMk cId="0" sldId="258"/>
            <ac:picMk id="8" creationId="{EBDCF0E1-FFB7-ED84-BC3F-5095BDA5ED4D}"/>
          </ac:picMkLst>
        </pc:picChg>
      </pc:sldChg>
      <pc:sldChg chg="modSp mod ord">
        <pc:chgData name="SHAVEZ ANSARI" userId="7f036de033caac6e" providerId="LiveId" clId="{8054CD99-D820-4F59-B207-5EC93C5F0C89}" dt="2026-02-07T08:16:08.461" v="1638" actId="1076"/>
        <pc:sldMkLst>
          <pc:docMk/>
          <pc:sldMk cId="0" sldId="260"/>
        </pc:sldMkLst>
        <pc:spChg chg="mod">
          <ac:chgData name="SHAVEZ ANSARI" userId="7f036de033caac6e" providerId="LiveId" clId="{8054CD99-D820-4F59-B207-5EC93C5F0C89}" dt="2026-02-07T07:13:19.120" v="1603" actId="1076"/>
          <ac:spMkLst>
            <pc:docMk/>
            <pc:sldMk cId="0" sldId="260"/>
            <ac:spMk id="2" creationId="{00000000-0000-0000-0000-000000000000}"/>
          </ac:spMkLst>
        </pc:spChg>
        <pc:spChg chg="mod">
          <ac:chgData name="SHAVEZ ANSARI" userId="7f036de033caac6e" providerId="LiveId" clId="{8054CD99-D820-4F59-B207-5EC93C5F0C89}" dt="2026-02-07T08:16:08.461" v="1638" actId="1076"/>
          <ac:spMkLst>
            <pc:docMk/>
            <pc:sldMk cId="0" sldId="260"/>
            <ac:spMk id="3" creationId="{00000000-0000-0000-0000-000000000000}"/>
          </ac:spMkLst>
        </pc:spChg>
      </pc:sldChg>
      <pc:sldChg chg="modSp add mod">
        <pc:chgData name="SHAVEZ ANSARI" userId="7f036de033caac6e" providerId="LiveId" clId="{8054CD99-D820-4F59-B207-5EC93C5F0C89}" dt="2026-02-10T14:47:52.608" v="2323" actId="5793"/>
        <pc:sldMkLst>
          <pc:docMk/>
          <pc:sldMk cId="2186177449" sldId="265"/>
        </pc:sldMkLst>
        <pc:spChg chg="mod">
          <ac:chgData name="SHAVEZ ANSARI" userId="7f036de033caac6e" providerId="LiveId" clId="{8054CD99-D820-4F59-B207-5EC93C5F0C89}" dt="2026-02-07T08:27:55.402" v="1771" actId="1076"/>
          <ac:spMkLst>
            <pc:docMk/>
            <pc:sldMk cId="2186177449" sldId="265"/>
            <ac:spMk id="2" creationId="{82BED6AD-39D8-6AC9-28C9-440F14D642C1}"/>
          </ac:spMkLst>
        </pc:spChg>
        <pc:spChg chg="mod">
          <ac:chgData name="SHAVEZ ANSARI" userId="7f036de033caac6e" providerId="LiveId" clId="{8054CD99-D820-4F59-B207-5EC93C5F0C89}" dt="2026-02-10T14:47:52.608" v="2323" actId="5793"/>
          <ac:spMkLst>
            <pc:docMk/>
            <pc:sldMk cId="2186177449" sldId="265"/>
            <ac:spMk id="3" creationId="{FD8076E5-662C-55F9-D37C-398F3423250F}"/>
          </ac:spMkLst>
        </pc:spChg>
      </pc:sldChg>
      <pc:sldChg chg="modSp add del mod ord">
        <pc:chgData name="SHAVEZ ANSARI" userId="7f036de033caac6e" providerId="LiveId" clId="{8054CD99-D820-4F59-B207-5EC93C5F0C89}" dt="2026-02-10T08:28:03.793" v="2284" actId="47"/>
        <pc:sldMkLst>
          <pc:docMk/>
          <pc:sldMk cId="3480870538" sldId="266"/>
        </pc:sldMkLst>
      </pc:sldChg>
      <pc:sldChg chg="modSp add mod">
        <pc:chgData name="SHAVEZ ANSARI" userId="7f036de033caac6e" providerId="LiveId" clId="{8054CD99-D820-4F59-B207-5EC93C5F0C89}" dt="2026-02-08T08:37:35.901" v="2102" actId="20577"/>
        <pc:sldMkLst>
          <pc:docMk/>
          <pc:sldMk cId="292737124" sldId="267"/>
        </pc:sldMkLst>
        <pc:spChg chg="mod">
          <ac:chgData name="SHAVEZ ANSARI" userId="7f036de033caac6e" providerId="LiveId" clId="{8054CD99-D820-4F59-B207-5EC93C5F0C89}" dt="2026-02-08T08:37:35.901" v="2102" actId="20577"/>
          <ac:spMkLst>
            <pc:docMk/>
            <pc:sldMk cId="292737124" sldId="267"/>
            <ac:spMk id="2" creationId="{406C0A14-3D8A-C797-9EB4-C740D85E4373}"/>
          </ac:spMkLst>
        </pc:spChg>
        <pc:spChg chg="mod">
          <ac:chgData name="SHAVEZ ANSARI" userId="7f036de033caac6e" providerId="LiveId" clId="{8054CD99-D820-4F59-B207-5EC93C5F0C89}" dt="2026-02-08T08:37:01.035" v="2081" actId="1076"/>
          <ac:spMkLst>
            <pc:docMk/>
            <pc:sldMk cId="292737124" sldId="267"/>
            <ac:spMk id="3" creationId="{92FC62AD-2112-B624-85FA-0CD5F342BD14}"/>
          </ac:spMkLst>
        </pc:spChg>
      </pc:sldChg>
      <pc:sldChg chg="modSp add mod">
        <pc:chgData name="SHAVEZ ANSARI" userId="7f036de033caac6e" providerId="LiveId" clId="{8054CD99-D820-4F59-B207-5EC93C5F0C89}" dt="2026-02-07T08:32:08.998" v="1798" actId="1076"/>
        <pc:sldMkLst>
          <pc:docMk/>
          <pc:sldMk cId="4145072360" sldId="268"/>
        </pc:sldMkLst>
        <pc:spChg chg="mod">
          <ac:chgData name="SHAVEZ ANSARI" userId="7f036de033caac6e" providerId="LiveId" clId="{8054CD99-D820-4F59-B207-5EC93C5F0C89}" dt="2026-02-07T07:13:11.817" v="1602" actId="1076"/>
          <ac:spMkLst>
            <pc:docMk/>
            <pc:sldMk cId="4145072360" sldId="268"/>
            <ac:spMk id="2" creationId="{B7B620E5-21E5-509B-4AD0-7B685AE63F6D}"/>
          </ac:spMkLst>
        </pc:spChg>
        <pc:spChg chg="mod">
          <ac:chgData name="SHAVEZ ANSARI" userId="7f036de033caac6e" providerId="LiveId" clId="{8054CD99-D820-4F59-B207-5EC93C5F0C89}" dt="2026-02-07T08:32:08.998" v="1798" actId="1076"/>
          <ac:spMkLst>
            <pc:docMk/>
            <pc:sldMk cId="4145072360" sldId="268"/>
            <ac:spMk id="3" creationId="{F98D5C47-A86D-7CF1-4493-4FBB30D2189E}"/>
          </ac:spMkLst>
        </pc:spChg>
      </pc:sldChg>
      <pc:sldChg chg="addSp delSp modSp add mod">
        <pc:chgData name="SHAVEZ ANSARI" userId="7f036de033caac6e" providerId="LiveId" clId="{8054CD99-D820-4F59-B207-5EC93C5F0C89}" dt="2026-02-07T08:25:06.286" v="1749" actId="113"/>
        <pc:sldMkLst>
          <pc:docMk/>
          <pc:sldMk cId="1785238986" sldId="269"/>
        </pc:sldMkLst>
        <pc:spChg chg="mod">
          <ac:chgData name="SHAVEZ ANSARI" userId="7f036de033caac6e" providerId="LiveId" clId="{8054CD99-D820-4F59-B207-5EC93C5F0C89}" dt="2026-02-07T08:19:39.034" v="1699" actId="20577"/>
          <ac:spMkLst>
            <pc:docMk/>
            <pc:sldMk cId="1785238986" sldId="269"/>
            <ac:spMk id="2" creationId="{49206EBF-BD4C-0003-8F01-6796DE36FDD6}"/>
          </ac:spMkLst>
        </pc:spChg>
        <pc:graphicFrameChg chg="add mod modGraphic">
          <ac:chgData name="SHAVEZ ANSARI" userId="7f036de033caac6e" providerId="LiveId" clId="{8054CD99-D820-4F59-B207-5EC93C5F0C89}" dt="2026-02-07T08:25:06.286" v="1749" actId="113"/>
          <ac:graphicFrameMkLst>
            <pc:docMk/>
            <pc:sldMk cId="1785238986" sldId="269"/>
            <ac:graphicFrameMk id="6" creationId="{124CEAE9-DF51-CE17-B43B-D20BA242935D}"/>
          </ac:graphicFrameMkLst>
        </pc:graphicFrameChg>
      </pc:sldChg>
      <pc:sldChg chg="addSp modSp add mod">
        <pc:chgData name="SHAVEZ ANSARI" userId="7f036de033caac6e" providerId="LiveId" clId="{8054CD99-D820-4F59-B207-5EC93C5F0C89}" dt="2026-02-07T15:09:35.435" v="2069"/>
        <pc:sldMkLst>
          <pc:docMk/>
          <pc:sldMk cId="286213179" sldId="270"/>
        </pc:sldMkLst>
        <pc:spChg chg="mod">
          <ac:chgData name="SHAVEZ ANSARI" userId="7f036de033caac6e" providerId="LiveId" clId="{8054CD99-D820-4F59-B207-5EC93C5F0C89}" dt="2026-02-07T07:13:53.995" v="1605" actId="1076"/>
          <ac:spMkLst>
            <pc:docMk/>
            <pc:sldMk cId="286213179" sldId="270"/>
            <ac:spMk id="2" creationId="{080F067A-FCED-A33B-E01D-501112E6601B}"/>
          </ac:spMkLst>
        </pc:spChg>
        <pc:spChg chg="mod">
          <ac:chgData name="SHAVEZ ANSARI" userId="7f036de033caac6e" providerId="LiveId" clId="{8054CD99-D820-4F59-B207-5EC93C5F0C89}" dt="2026-02-07T15:09:35.435" v="2069"/>
          <ac:spMkLst>
            <pc:docMk/>
            <pc:sldMk cId="286213179" sldId="270"/>
            <ac:spMk id="3" creationId="{43753D1D-E735-4FEE-8362-D3939B024874}"/>
          </ac:spMkLst>
        </pc:spChg>
        <pc:spChg chg="add mod">
          <ac:chgData name="SHAVEZ ANSARI" userId="7f036de033caac6e" providerId="LiveId" clId="{8054CD99-D820-4F59-B207-5EC93C5F0C89}" dt="2026-02-07T07:13:53.995" v="1605" actId="1076"/>
          <ac:spMkLst>
            <pc:docMk/>
            <pc:sldMk cId="286213179" sldId="270"/>
            <ac:spMk id="4" creationId="{56A7B892-49E2-669C-D9D6-7B45C2C90F49}"/>
          </ac:spMkLst>
        </pc:spChg>
      </pc:sldChg>
      <pc:sldChg chg="addSp modSp add mod ord">
        <pc:chgData name="SHAVEZ ANSARI" userId="7f036de033caac6e" providerId="LiveId" clId="{8054CD99-D820-4F59-B207-5EC93C5F0C89}" dt="2026-02-11T03:06:06.211" v="2326" actId="1076"/>
        <pc:sldMkLst>
          <pc:docMk/>
          <pc:sldMk cId="715698253" sldId="271"/>
        </pc:sldMkLst>
        <pc:spChg chg="mod">
          <ac:chgData name="SHAVEZ ANSARI" userId="7f036de033caac6e" providerId="LiveId" clId="{8054CD99-D820-4F59-B207-5EC93C5F0C89}" dt="2026-02-07T07:14:02.992" v="1606" actId="1076"/>
          <ac:spMkLst>
            <pc:docMk/>
            <pc:sldMk cId="715698253" sldId="271"/>
            <ac:spMk id="2" creationId="{12AF124B-934A-B363-2784-CBE08A369B0D}"/>
          </ac:spMkLst>
        </pc:spChg>
        <pc:spChg chg="mod">
          <ac:chgData name="SHAVEZ ANSARI" userId="7f036de033caac6e" providerId="LiveId" clId="{8054CD99-D820-4F59-B207-5EC93C5F0C89}" dt="2026-02-11T03:05:45.391" v="2325"/>
          <ac:spMkLst>
            <pc:docMk/>
            <pc:sldMk cId="715698253" sldId="271"/>
            <ac:spMk id="3" creationId="{A1F1CCE0-CAD1-2B0C-D9CB-B8BC1F521B98}"/>
          </ac:spMkLst>
        </pc:spChg>
        <pc:spChg chg="add mod">
          <ac:chgData name="SHAVEZ ANSARI" userId="7f036de033caac6e" providerId="LiveId" clId="{8054CD99-D820-4F59-B207-5EC93C5F0C89}" dt="2026-02-11T03:06:06.211" v="2326" actId="1076"/>
          <ac:spMkLst>
            <pc:docMk/>
            <pc:sldMk cId="715698253" sldId="271"/>
            <ac:spMk id="4" creationId="{981F81C1-97DF-AC94-73DC-41FD0A3A5B1D}"/>
          </ac:spMkLst>
        </pc:spChg>
        <pc:spChg chg="add mod">
          <ac:chgData name="SHAVEZ ANSARI" userId="7f036de033caac6e" providerId="LiveId" clId="{8054CD99-D820-4F59-B207-5EC93C5F0C89}" dt="2026-02-07T08:26:50.607" v="1769" actId="14100"/>
          <ac:spMkLst>
            <pc:docMk/>
            <pc:sldMk cId="715698253" sldId="271"/>
            <ac:spMk id="6" creationId="{1A775668-F977-CF42-3F08-5A910BFD6693}"/>
          </ac:spMkLst>
        </pc:spChg>
      </pc:sldChg>
      <pc:sldChg chg="modSp add del mod">
        <pc:chgData name="SHAVEZ ANSARI" userId="7f036de033caac6e" providerId="LiveId" clId="{8054CD99-D820-4F59-B207-5EC93C5F0C89}" dt="2026-02-08T08:36:15.365" v="2079" actId="27636"/>
        <pc:sldMkLst>
          <pc:docMk/>
          <pc:sldMk cId="3139001324" sldId="273"/>
        </pc:sldMkLst>
        <pc:spChg chg="mod">
          <ac:chgData name="SHAVEZ ANSARI" userId="7f036de033caac6e" providerId="LiveId" clId="{8054CD99-D820-4F59-B207-5EC93C5F0C89}" dt="2026-02-08T08:36:15.365" v="2079" actId="27636"/>
          <ac:spMkLst>
            <pc:docMk/>
            <pc:sldMk cId="3139001324" sldId="273"/>
            <ac:spMk id="3" creationId="{776A8278-71ED-BA98-6E40-A6EF4268D2F7}"/>
          </ac:spMkLst>
        </pc:spChg>
      </pc:sldChg>
      <pc:sldChg chg="addSp modSp add mod">
        <pc:chgData name="SHAVEZ ANSARI" userId="7f036de033caac6e" providerId="LiveId" clId="{8054CD99-D820-4F59-B207-5EC93C5F0C89}" dt="2026-02-10T03:15:27.139" v="2268" actId="1076"/>
        <pc:sldMkLst>
          <pc:docMk/>
          <pc:sldMk cId="641631051" sldId="274"/>
        </pc:sldMkLst>
        <pc:spChg chg="mod">
          <ac:chgData name="SHAVEZ ANSARI" userId="7f036de033caac6e" providerId="LiveId" clId="{8054CD99-D820-4F59-B207-5EC93C5F0C89}" dt="2026-02-08T09:00:00.989" v="2264" actId="20577"/>
          <ac:spMkLst>
            <pc:docMk/>
            <pc:sldMk cId="641631051" sldId="274"/>
            <ac:spMk id="3" creationId="{31286880-0E97-23A1-D7FD-5D4EDE875A6B}"/>
          </ac:spMkLst>
        </pc:spChg>
        <pc:spChg chg="add mod">
          <ac:chgData name="SHAVEZ ANSARI" userId="7f036de033caac6e" providerId="LiveId" clId="{8054CD99-D820-4F59-B207-5EC93C5F0C89}" dt="2026-02-08T08:55:09.245" v="2115" actId="20577"/>
          <ac:spMkLst>
            <pc:docMk/>
            <pc:sldMk cId="641631051" sldId="274"/>
            <ac:spMk id="4" creationId="{6024823B-C7D5-99DB-C597-99C67C7FFB14}"/>
          </ac:spMkLst>
        </pc:spChg>
        <pc:spChg chg="add mod">
          <ac:chgData name="SHAVEZ ANSARI" userId="7f036de033caac6e" providerId="LiveId" clId="{8054CD99-D820-4F59-B207-5EC93C5F0C89}" dt="2026-02-10T03:15:27.139" v="2268" actId="1076"/>
          <ac:spMkLst>
            <pc:docMk/>
            <pc:sldMk cId="641631051" sldId="274"/>
            <ac:spMk id="5" creationId="{397EF955-5CC7-0BDA-C11D-7FD32D58212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1FC5D0-9A9A-48DB-A929-19032F03961B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672D73-380D-407A-8C71-438697A1D6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3049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hiS_mWZmmI0?si=S7_8rAssd1OZXEZv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SSKVgrwhzus?si=eqqmy054WtuonB-e" TargetMode="External"/><Relationship Id="rId2" Type="http://schemas.openxmlformats.org/officeDocument/2006/relationships/hyperlink" Target="https://www.sql-practice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0210"/>
            <a:ext cx="8229600" cy="1143000"/>
          </a:xfrm>
        </p:spPr>
        <p:txBody>
          <a:bodyPr/>
          <a:lstStyle/>
          <a:p>
            <a:r>
              <a:rPr lang="en-GB" dirty="0">
                <a:solidFill>
                  <a:srgbClr val="FF0000"/>
                </a:solidFill>
              </a:rPr>
              <a:t>SQL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343210"/>
            <a:ext cx="8229600" cy="45259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2400" dirty="0"/>
              <a:t>Installation</a:t>
            </a:r>
          </a:p>
          <a:p>
            <a:r>
              <a:rPr lang="en-GB" sz="2400" dirty="0">
                <a:ea typeface="Calibri"/>
                <a:cs typeface="Calibri"/>
              </a:rPr>
              <a:t>SQL Commands</a:t>
            </a:r>
          </a:p>
          <a:p>
            <a:r>
              <a:rPr lang="en-GB" sz="2400" dirty="0">
                <a:ea typeface="Calibri"/>
                <a:cs typeface="Calibri"/>
              </a:rPr>
              <a:t>SQL Constrains</a:t>
            </a:r>
          </a:p>
          <a:p>
            <a:r>
              <a:rPr lang="en-GB" sz="2400" dirty="0">
                <a:ea typeface="Calibri"/>
                <a:cs typeface="Calibri"/>
              </a:rPr>
              <a:t>Aggregate Function</a:t>
            </a:r>
          </a:p>
          <a:p>
            <a:r>
              <a:rPr lang="en-GB" sz="2400" dirty="0">
                <a:ea typeface="Calibri"/>
                <a:cs typeface="Calibri"/>
              </a:rPr>
              <a:t>Subquery</a:t>
            </a:r>
          </a:p>
          <a:p>
            <a:r>
              <a:rPr lang="en-GB" sz="2400" dirty="0">
                <a:ea typeface="Calibri"/>
                <a:cs typeface="Calibri"/>
              </a:rPr>
              <a:t>Joins </a:t>
            </a:r>
          </a:p>
          <a:p>
            <a:r>
              <a:rPr lang="en-GB" sz="2400" dirty="0">
                <a:ea typeface="Calibri"/>
                <a:cs typeface="Calibri"/>
              </a:rPr>
              <a:t>Interview Questions</a:t>
            </a:r>
          </a:p>
          <a:p>
            <a:r>
              <a:rPr lang="en-GB" sz="2400" dirty="0">
                <a:ea typeface="Calibri"/>
                <a:cs typeface="Calibri"/>
              </a:rPr>
              <a:t>ACID Property</a:t>
            </a:r>
          </a:p>
          <a:p>
            <a:r>
              <a:rPr lang="en-GB" sz="2400" dirty="0">
                <a:ea typeface="Calibri"/>
                <a:cs typeface="Calibri"/>
              </a:rPr>
              <a:t>SQL vs NoSQL, MongoDB vs CouchDB</a:t>
            </a:r>
          </a:p>
          <a:p>
            <a:r>
              <a:rPr lang="en-GB" sz="2400" dirty="0">
                <a:ea typeface="Calibri"/>
                <a:cs typeface="Calibri"/>
              </a:rPr>
              <a:t>Reference</a:t>
            </a:r>
          </a:p>
          <a:p>
            <a:pPr marL="0" indent="0">
              <a:buNone/>
            </a:pPr>
            <a:endParaRPr lang="en-GB" sz="2400" dirty="0">
              <a:ea typeface="Calibri"/>
              <a:cs typeface="Calibri"/>
            </a:endParaRPr>
          </a:p>
          <a:p>
            <a:pPr marL="0" indent="0">
              <a:buNone/>
            </a:pPr>
            <a:endParaRPr lang="en-GB" sz="2400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3C7C6-829E-BC39-8D11-101992196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ED6AD-39D8-6AC9-28C9-440F14D64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2018"/>
            <a:ext cx="8229600" cy="1143000"/>
          </a:xfrm>
        </p:spPr>
        <p:txBody>
          <a:bodyPr/>
          <a:lstStyle/>
          <a:p>
            <a:r>
              <a:rPr lang="en-GB" dirty="0">
                <a:solidFill>
                  <a:srgbClr val="FF0000"/>
                </a:solidFill>
              </a:rPr>
              <a:t>Installation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076E5-662C-55F9-D37C-398F342325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07" y="1483241"/>
            <a:ext cx="8229600" cy="432213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IN" sz="2000" dirty="0">
                <a:hlinkClick r:id="rId2"/>
              </a:rPr>
              <a:t>https://youtu.be/hiS_mWZmmI0?si=S7_8rAssd1OZXEZv</a:t>
            </a:r>
            <a:r>
              <a:rPr lang="en-IN" sz="2000" dirty="0"/>
              <a:t>  </a:t>
            </a:r>
            <a:endParaRPr lang="en-IN" sz="20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IN" sz="2400" dirty="0" err="1">
                <a:ea typeface="Calibri"/>
                <a:cs typeface="Calibri"/>
              </a:rPr>
              <a:t>db</a:t>
            </a:r>
            <a:r>
              <a:rPr lang="en-IN" sz="2400" dirty="0">
                <a:ea typeface="Calibri"/>
                <a:cs typeface="Calibri"/>
              </a:rPr>
              <a:t> </a:t>
            </a:r>
            <a:r>
              <a:rPr lang="en-IN" sz="2400" dirty="0" err="1">
                <a:ea typeface="Calibri"/>
                <a:cs typeface="Calibri"/>
              </a:rPr>
              <a:t>commads</a:t>
            </a:r>
            <a:r>
              <a:rPr lang="en-IN" sz="2400" dirty="0">
                <a:ea typeface="Calibri"/>
                <a:cs typeface="Calibri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 err="1">
                <a:solidFill>
                  <a:schemeClr val="tx1">
                    <a:lumMod val="65000"/>
                    <a:lumOff val="35000"/>
                  </a:schemeClr>
                </a:solidFill>
                <a:cs typeface="Calibri"/>
              </a:rPr>
              <a:t>mysql</a:t>
            </a:r>
            <a:r>
              <a:rPr lang="en-IN" sz="2000" dirty="0">
                <a:solidFill>
                  <a:schemeClr val="tx1">
                    <a:lumMod val="65000"/>
                    <a:lumOff val="35000"/>
                  </a:schemeClr>
                </a:solidFill>
                <a:cs typeface="Calibri"/>
              </a:rPr>
              <a:t> –V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 err="1">
                <a:solidFill>
                  <a:schemeClr val="tx1">
                    <a:lumMod val="65000"/>
                    <a:lumOff val="35000"/>
                  </a:schemeClr>
                </a:solidFill>
                <a:ea typeface="Calibri"/>
                <a:cs typeface="Calibri"/>
              </a:rPr>
              <a:t>mysql</a:t>
            </a:r>
            <a:r>
              <a:rPr lang="en-IN" sz="2000" dirty="0">
                <a:solidFill>
                  <a:schemeClr val="tx1">
                    <a:lumMod val="65000"/>
                    <a:lumOff val="35000"/>
                  </a:schemeClr>
                </a:solidFill>
                <a:ea typeface="Calibri"/>
                <a:cs typeface="Calibri"/>
              </a:rPr>
              <a:t> –u root –p</a:t>
            </a:r>
            <a:endParaRPr lang="en-IN" sz="2000" dirty="0">
              <a:solidFill>
                <a:schemeClr val="tx1">
                  <a:lumMod val="65000"/>
                  <a:lumOff val="35000"/>
                </a:schemeClr>
              </a:solidFill>
              <a:cs typeface="Calibri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 err="1">
                <a:solidFill>
                  <a:schemeClr val="tx1">
                    <a:lumMod val="65000"/>
                    <a:lumOff val="35000"/>
                  </a:schemeClr>
                </a:solidFill>
                <a:ea typeface="Calibri"/>
                <a:cs typeface="Calibri"/>
              </a:rPr>
              <a:t>Create|drop</a:t>
            </a:r>
            <a:r>
              <a:rPr lang="en-IN" sz="2000" dirty="0">
                <a:solidFill>
                  <a:schemeClr val="tx1">
                    <a:lumMod val="65000"/>
                    <a:lumOff val="35000"/>
                  </a:schemeClr>
                </a:solidFill>
                <a:ea typeface="Calibri"/>
                <a:cs typeface="Calibri"/>
              </a:rPr>
              <a:t> database </a:t>
            </a:r>
            <a:r>
              <a:rPr lang="en-IN" sz="2000" dirty="0" err="1">
                <a:solidFill>
                  <a:schemeClr val="tx1">
                    <a:lumMod val="65000"/>
                    <a:lumOff val="35000"/>
                  </a:schemeClr>
                </a:solidFill>
                <a:ea typeface="Calibri"/>
                <a:cs typeface="Calibri"/>
              </a:rPr>
              <a:t>db</a:t>
            </a:r>
            <a:r>
              <a:rPr lang="en-IN" sz="2000" dirty="0">
                <a:solidFill>
                  <a:schemeClr val="tx1">
                    <a:lumMod val="65000"/>
                    <a:lumOff val="35000"/>
                  </a:schemeClr>
                </a:solidFill>
                <a:ea typeface="Calibri"/>
                <a:cs typeface="Calibri"/>
              </a:rPr>
              <a:t>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>
                    <a:lumMod val="65000"/>
                    <a:lumOff val="35000"/>
                  </a:schemeClr>
                </a:solidFill>
                <a:ea typeface="Calibri"/>
                <a:cs typeface="Calibri"/>
              </a:rPr>
              <a:t>show databases;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>
                    <a:lumMod val="65000"/>
                    <a:lumOff val="35000"/>
                  </a:schemeClr>
                </a:solidFill>
                <a:ea typeface="Calibri"/>
                <a:cs typeface="Calibri"/>
              </a:rPr>
              <a:t>use </a:t>
            </a:r>
            <a:r>
              <a:rPr lang="en-IN" sz="2000" dirty="0" err="1">
                <a:solidFill>
                  <a:schemeClr val="tx1">
                    <a:lumMod val="65000"/>
                    <a:lumOff val="35000"/>
                  </a:schemeClr>
                </a:solidFill>
                <a:ea typeface="Calibri"/>
                <a:cs typeface="Calibri"/>
              </a:rPr>
              <a:t>db</a:t>
            </a:r>
            <a:r>
              <a:rPr lang="en-IN" sz="2000" dirty="0">
                <a:solidFill>
                  <a:schemeClr val="tx1">
                    <a:lumMod val="65000"/>
                    <a:lumOff val="35000"/>
                  </a:schemeClr>
                </a:solidFill>
                <a:ea typeface="Calibri"/>
                <a:cs typeface="Calibri"/>
              </a:rPr>
              <a:t>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>
                    <a:lumMod val="65000"/>
                    <a:lumOff val="35000"/>
                  </a:schemeClr>
                </a:solidFill>
                <a:ea typeface="Calibri"/>
                <a:cs typeface="Calibri"/>
              </a:rPr>
              <a:t>show tables;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 err="1">
                <a:solidFill>
                  <a:schemeClr val="tx1">
                    <a:lumMod val="65000"/>
                    <a:lumOff val="35000"/>
                  </a:schemeClr>
                </a:solidFill>
                <a:ea typeface="Calibri"/>
                <a:cs typeface="Calibri"/>
              </a:rPr>
              <a:t>desc</a:t>
            </a:r>
            <a:r>
              <a:rPr lang="en-IN" sz="2000" dirty="0">
                <a:solidFill>
                  <a:schemeClr val="tx1">
                    <a:lumMod val="65000"/>
                    <a:lumOff val="35000"/>
                  </a:schemeClr>
                </a:solidFill>
                <a:ea typeface="Calibri"/>
                <a:cs typeface="Calibri"/>
              </a:rPr>
              <a:t> </a:t>
            </a:r>
            <a:r>
              <a:rPr lang="en-IN" sz="2000" dirty="0" err="1">
                <a:solidFill>
                  <a:schemeClr val="tx1">
                    <a:lumMod val="65000"/>
                    <a:lumOff val="35000"/>
                  </a:schemeClr>
                </a:solidFill>
                <a:ea typeface="Calibri"/>
                <a:cs typeface="Calibri"/>
              </a:rPr>
              <a:t>table_name</a:t>
            </a:r>
            <a:r>
              <a:rPr lang="en-IN" sz="2000" dirty="0">
                <a:solidFill>
                  <a:schemeClr val="tx1">
                    <a:lumMod val="65000"/>
                    <a:lumOff val="35000"/>
                  </a:schemeClr>
                </a:solidFill>
                <a:ea typeface="Calibri"/>
                <a:cs typeface="Calibri"/>
              </a:rPr>
              <a:t>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>
                    <a:lumMod val="65000"/>
                    <a:lumOff val="35000"/>
                  </a:schemeClr>
                </a:solidFill>
                <a:ea typeface="Calibri"/>
                <a:cs typeface="Calibri"/>
              </a:rPr>
              <a:t>exit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400" dirty="0">
              <a:ea typeface="Calibri"/>
              <a:cs typeface="Calibri"/>
            </a:endParaRPr>
          </a:p>
          <a:p>
            <a:pPr marL="0" indent="0">
              <a:buNone/>
            </a:pPr>
            <a:endParaRPr lang="en-IN" sz="24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86177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BDCF0E1-FFB7-ED84-BC3F-5095BDA5E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068" y="1115671"/>
            <a:ext cx="8301863" cy="462665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935" y="308344"/>
            <a:ext cx="8229600" cy="1143000"/>
          </a:xfrm>
        </p:spPr>
        <p:txBody>
          <a:bodyPr/>
          <a:lstStyle/>
          <a:p>
            <a:r>
              <a:rPr lang="en-GB" dirty="0">
                <a:solidFill>
                  <a:srgbClr val="FF0000"/>
                </a:solidFill>
              </a:rPr>
              <a:t>Alter Table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9340" y="1727790"/>
            <a:ext cx="8229600" cy="4525963"/>
          </a:xfrm>
        </p:spPr>
        <p:txBody>
          <a:bodyPr>
            <a:normAutofit/>
          </a:bodyPr>
          <a:lstStyle/>
          <a:p>
            <a:r>
              <a:rPr lang="en-GB" sz="2400" b="1" dirty="0"/>
              <a:t>Add column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ALTER TABLE employees ADD email VARCHAR(100);</a:t>
            </a:r>
          </a:p>
          <a:p>
            <a:r>
              <a:rPr lang="en-GB" sz="2400" b="1" dirty="0"/>
              <a:t>Modify column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ALTER TABLE employees MODIFY salary DECIMAL(10,2);</a:t>
            </a:r>
          </a:p>
          <a:p>
            <a:r>
              <a:rPr lang="en-GB" sz="2400" b="1" dirty="0"/>
              <a:t>Rename column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ALTER TABLE employees CHANGE </a:t>
            </a:r>
            <a:r>
              <a:rPr lang="en-GB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emp_name</a:t>
            </a:r>
            <a:r>
              <a:rPr lang="en-GB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GB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full_name</a:t>
            </a:r>
            <a:r>
              <a:rPr lang="en-GB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VARCHAR(50);</a:t>
            </a:r>
          </a:p>
          <a:p>
            <a:r>
              <a:rPr lang="en-GB" sz="2400" b="1" dirty="0"/>
              <a:t>Drop column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ALTER TABLE employees DROP email;</a:t>
            </a:r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FCFD0-6BDA-3414-D042-F1464F1CD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D20F2-7C8F-8BB4-9304-21704491E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8344"/>
            <a:ext cx="8229600" cy="1143000"/>
          </a:xfrm>
        </p:spPr>
        <p:txBody>
          <a:bodyPr/>
          <a:lstStyle/>
          <a:p>
            <a:r>
              <a:rPr lang="en-GB" dirty="0">
                <a:solidFill>
                  <a:srgbClr val="FF0000"/>
                </a:solidFill>
              </a:rPr>
              <a:t>Aggregate Functions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A8278-71ED-BA98-6E40-A6EF4268D2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809" y="1738422"/>
            <a:ext cx="8229600" cy="3769242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SELECT COUNT(*) FROM employees;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SELECT AVG(salary) FROM employees;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SELECT SUM(salary) FROM employees;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SELECT MAX(salary) FROM employees;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SELECT MIN(salary) FROM employees;</a:t>
            </a:r>
          </a:p>
          <a:p>
            <a:pPr marL="0" indent="0">
              <a:lnSpc>
                <a:spcPct val="150000"/>
              </a:lnSpc>
              <a:buNone/>
            </a:pPr>
            <a:endParaRPr lang="en-GB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en-GB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GB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// order by _ </a:t>
            </a:r>
            <a:r>
              <a:rPr lang="en-GB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desc</a:t>
            </a:r>
            <a:r>
              <a:rPr lang="en-GB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limit, as, </a:t>
            </a:r>
            <a:r>
              <a:rPr lang="en-GB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concat</a:t>
            </a:r>
            <a:endParaRPr lang="en-GB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en-GB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9001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FD1D5-0608-CEFC-4C87-8501D10D0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C0A14-3D8A-C797-9EB4-C740D85E4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97711"/>
            <a:ext cx="8229600" cy="1143000"/>
          </a:xfrm>
        </p:spPr>
        <p:txBody>
          <a:bodyPr/>
          <a:lstStyle/>
          <a:p>
            <a:r>
              <a:rPr lang="en-GB" dirty="0">
                <a:solidFill>
                  <a:srgbClr val="FF0000"/>
                </a:solidFill>
              </a:rPr>
              <a:t>Primary/Foreign key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C62AD-2112-B624-85FA-0CD5F342BD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3256" y="1334385"/>
            <a:ext cx="8229600" cy="43965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CREATE TABLE departments (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</a:t>
            </a:r>
            <a:r>
              <a:rPr lang="en-GB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dept_id</a:t>
            </a:r>
            <a:r>
              <a:rPr lang="en-GB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INT PRIMARY KEY, //id INT AUTO_INCREMENT PRIMARY KEY, 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</a:t>
            </a:r>
            <a:r>
              <a:rPr lang="en-GB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dept_name</a:t>
            </a:r>
            <a:r>
              <a:rPr lang="en-GB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VARCHAR(50) UNIQUE NOT NULL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);</a:t>
            </a:r>
          </a:p>
          <a:p>
            <a:pPr marL="0" indent="0">
              <a:buNone/>
            </a:pPr>
            <a:endParaRPr lang="en-GB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r>
              <a:rPr lang="en-GB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CREATE TABLE employees (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</a:t>
            </a:r>
            <a:r>
              <a:rPr lang="en-GB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emp_id</a:t>
            </a:r>
            <a:r>
              <a:rPr lang="en-GB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INT PRIMARY KEY,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</a:t>
            </a:r>
            <a:r>
              <a:rPr lang="en-GB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emp_name</a:t>
            </a:r>
            <a:r>
              <a:rPr lang="en-GB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VARCHAR(50) NOT NULL,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age INT CHECK (age &gt;= 18),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salary DECIMAL(10,2),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</a:t>
            </a:r>
            <a:r>
              <a:rPr lang="en-GB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dept_id</a:t>
            </a:r>
            <a:r>
              <a:rPr lang="en-GB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INT,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email VARCHAR(100) UNIQUE,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FOREIGN KEY (</a:t>
            </a:r>
            <a:r>
              <a:rPr lang="en-GB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dept_id</a:t>
            </a:r>
            <a:r>
              <a:rPr lang="en-GB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REFERENCES departments(</a:t>
            </a:r>
            <a:r>
              <a:rPr lang="en-GB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dept_id</a:t>
            </a:r>
            <a:r>
              <a:rPr lang="en-GB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92737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7466C-7778-8D6F-316E-0F6059B7D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620E5-21E5-509B-4AD0-7B685AE63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6446"/>
            <a:ext cx="8229600" cy="1143000"/>
          </a:xfrm>
        </p:spPr>
        <p:txBody>
          <a:bodyPr/>
          <a:lstStyle/>
          <a:p>
            <a:r>
              <a:rPr lang="en-GB" dirty="0">
                <a:solidFill>
                  <a:srgbClr val="FF0000"/>
                </a:solidFill>
              </a:rPr>
              <a:t>Seed Data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D5C47-A86D-7CF1-4493-4FBB30D218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419446"/>
            <a:ext cx="8229600" cy="43965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b="1" dirty="0"/>
              <a:t>Insert Departments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INSERT INTO departments VALUES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(1, 'HR'),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(2, 'Engineering'),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(3, 'Sales');</a:t>
            </a:r>
          </a:p>
          <a:p>
            <a:pPr marL="0" indent="0">
              <a:buNone/>
            </a:pPr>
            <a:r>
              <a:rPr lang="en-IN" sz="2000" b="1" dirty="0"/>
              <a:t>Insert Employees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INSERT INTO employees VALUES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(101, 'Aman', 25, 40000, 2, 'aman@mail.com'),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(102, 'Riya', 28, 50000, 2, 'riya@mail.com'),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(103, 'Karan', 35, 60000, 1, 'karan@mail.com'),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(104, 'Sneha', 30, 45000, 3, 'sneha@mail.com'),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(105, 'Rohit', 26, 38000, NULL, 'rohit@mail.com');</a:t>
            </a:r>
          </a:p>
        </p:txBody>
      </p:sp>
    </p:spTree>
    <p:extLst>
      <p:ext uri="{BB962C8B-B14F-4D97-AF65-F5344CB8AC3E}">
        <p14:creationId xmlns:p14="http://schemas.microsoft.com/office/powerpoint/2010/main" val="41450723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A9E36-2C4C-9EE9-16EC-34E34A92B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F067A-FCED-A33B-E01D-501112E66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40242"/>
            <a:ext cx="8229600" cy="1143000"/>
          </a:xfrm>
        </p:spPr>
        <p:txBody>
          <a:bodyPr/>
          <a:lstStyle/>
          <a:p>
            <a:r>
              <a:rPr lang="en-GB" dirty="0">
                <a:solidFill>
                  <a:srgbClr val="FF0000"/>
                </a:solidFill>
              </a:rPr>
              <a:t>Joins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53D1D-E735-4FEE-8362-D3939B0248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349" y="1693235"/>
            <a:ext cx="3625702" cy="37692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Inner Join: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SELECT </a:t>
            </a:r>
            <a:r>
              <a:rPr lang="en-GB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e.emp_name</a:t>
            </a:r>
            <a:r>
              <a:rPr lang="en-GB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GB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d.dept_name</a:t>
            </a:r>
            <a:endParaRPr lang="en-GB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r>
              <a:rPr lang="en-GB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FROM employees e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INNER JOIN departments d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ON </a:t>
            </a:r>
            <a:r>
              <a:rPr lang="en-GB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e.dept_id</a:t>
            </a:r>
            <a:r>
              <a:rPr lang="en-GB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= </a:t>
            </a:r>
            <a:r>
              <a:rPr lang="en-GB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d.dept_id</a:t>
            </a:r>
            <a:r>
              <a:rPr lang="en-GB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;</a:t>
            </a:r>
            <a:br>
              <a:rPr lang="en-GB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endParaRPr lang="en-GB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r>
              <a:rPr lang="en-GB" sz="1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Left Join:</a:t>
            </a:r>
            <a:br>
              <a:rPr lang="en-GB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GB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SELECT </a:t>
            </a:r>
            <a:r>
              <a:rPr lang="en-GB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e.emp_name</a:t>
            </a:r>
            <a:r>
              <a:rPr lang="en-GB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GB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d.dept_name</a:t>
            </a:r>
            <a:endParaRPr lang="en-GB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r>
              <a:rPr lang="en-GB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FROM employees e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LEFT JOIN departments d</a:t>
            </a:r>
          </a:p>
          <a:p>
            <a:pPr marL="0" indent="0">
              <a:buNone/>
            </a:pPr>
            <a:r>
              <a:rPr lang="en-GB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ON </a:t>
            </a:r>
            <a:r>
              <a:rPr lang="en-GB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e.dept_id</a:t>
            </a:r>
            <a:r>
              <a:rPr lang="en-GB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= </a:t>
            </a:r>
            <a:r>
              <a:rPr lang="en-GB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d.dept_id</a:t>
            </a:r>
            <a:r>
              <a:rPr lang="en-GB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;</a:t>
            </a:r>
          </a:p>
          <a:p>
            <a:pPr marL="0" indent="0">
              <a:buNone/>
            </a:pPr>
            <a:endParaRPr lang="en-GB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6A7B892-49E2-669C-D9D6-7B45C2C90F49}"/>
              </a:ext>
            </a:extLst>
          </p:cNvPr>
          <p:cNvSpPr txBox="1">
            <a:spLocks/>
          </p:cNvSpPr>
          <p:nvPr/>
        </p:nvSpPr>
        <p:spPr>
          <a:xfrm>
            <a:off x="4277833" y="1566494"/>
            <a:ext cx="4408967" cy="44842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GB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Right Join:</a:t>
            </a:r>
          </a:p>
          <a:p>
            <a:pPr marL="0" indent="0">
              <a:buNone/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SELECT </a:t>
            </a:r>
            <a:r>
              <a:rPr lang="en-GB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e.emp_name</a:t>
            </a: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GB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d.dept_name</a:t>
            </a:r>
            <a:endParaRPr lang="en-GB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FROM employees e</a:t>
            </a:r>
          </a:p>
          <a:p>
            <a:pPr marL="0" indent="0">
              <a:buNone/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RIGHT JOIN departments d</a:t>
            </a:r>
          </a:p>
          <a:p>
            <a:pPr marL="0" indent="0">
              <a:buNone/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ON </a:t>
            </a:r>
            <a:r>
              <a:rPr lang="en-GB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e.dept_id</a:t>
            </a: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= </a:t>
            </a:r>
            <a:r>
              <a:rPr lang="en-GB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d.dept_id</a:t>
            </a: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;</a:t>
            </a:r>
            <a:b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endParaRPr lang="en-GB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r>
              <a:rPr lang="en-GB" sz="1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Full Join:</a:t>
            </a:r>
            <a:b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SELECT </a:t>
            </a:r>
            <a:r>
              <a:rPr lang="en-GB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e.emp_name</a:t>
            </a: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GB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d.dept_name</a:t>
            </a:r>
            <a:endParaRPr lang="en-GB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FROM employees e</a:t>
            </a:r>
          </a:p>
          <a:p>
            <a:pPr marL="0" indent="0">
              <a:buNone/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LEFT JOIN departments d ON </a:t>
            </a:r>
            <a:r>
              <a:rPr lang="en-GB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e.dept_id</a:t>
            </a: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= </a:t>
            </a:r>
            <a:r>
              <a:rPr lang="en-GB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d.dept_id</a:t>
            </a:r>
            <a:endParaRPr lang="en-GB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UNION</a:t>
            </a:r>
          </a:p>
          <a:p>
            <a:pPr marL="0" indent="0">
              <a:buNone/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SELECT </a:t>
            </a:r>
            <a:r>
              <a:rPr lang="en-GB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e.emp_name</a:t>
            </a: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en-GB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d.dept_name</a:t>
            </a:r>
            <a:endParaRPr lang="en-GB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FROM employees e</a:t>
            </a:r>
          </a:p>
          <a:p>
            <a:pPr marL="0" indent="0">
              <a:buNone/>
            </a:pP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RIGHT JOIN departments d ON </a:t>
            </a:r>
            <a:r>
              <a:rPr lang="en-GB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e.dept_id</a:t>
            </a: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= </a:t>
            </a:r>
            <a:r>
              <a:rPr lang="en-GB" sz="1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d.dept_id</a:t>
            </a:r>
            <a:r>
              <a:rPr lang="en-GB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;</a:t>
            </a:r>
          </a:p>
          <a:p>
            <a:pPr marL="0" indent="0">
              <a:buFont typeface="Arial"/>
              <a:buNone/>
            </a:pPr>
            <a:endParaRPr lang="en-GB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213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531EE-0C59-C0C8-8468-91DA5A581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F124B-934A-B363-2784-CBE08A369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3916"/>
            <a:ext cx="8229600" cy="1143000"/>
          </a:xfrm>
        </p:spPr>
        <p:txBody>
          <a:bodyPr/>
          <a:lstStyle/>
          <a:p>
            <a:r>
              <a:rPr lang="en-GB" dirty="0">
                <a:solidFill>
                  <a:srgbClr val="FF0000"/>
                </a:solidFill>
              </a:rPr>
              <a:t>Interview Ques.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1CCE0-CAD1-2B0C-D9CB-B8BC1F521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809" y="1376916"/>
            <a:ext cx="8229600" cy="1828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800" b="1" dirty="0"/>
              <a:t>Q1 Average salary of employees in each department.</a:t>
            </a:r>
            <a:endParaRPr lang="en-GB" sz="18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r>
              <a:rPr lang="en-GB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SELECT </a:t>
            </a:r>
            <a:r>
              <a:rPr lang="en-GB" sz="17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dept_id</a:t>
            </a:r>
            <a:r>
              <a:rPr lang="en-GB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AVG(salary) AS </a:t>
            </a:r>
            <a:r>
              <a:rPr lang="en-GB" sz="17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avg_salary</a:t>
            </a:r>
            <a:endParaRPr lang="en-GB" sz="17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r>
              <a:rPr lang="en-GB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FROM employees</a:t>
            </a:r>
          </a:p>
          <a:p>
            <a:pPr marL="0" indent="0">
              <a:buNone/>
            </a:pPr>
            <a:r>
              <a:rPr lang="en-GB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GROUP BY </a:t>
            </a:r>
            <a:r>
              <a:rPr lang="en-GB" sz="17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dept_id</a:t>
            </a:r>
            <a:r>
              <a:rPr lang="en-GB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;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81F81C1-97DF-AC94-73DC-41FD0A3A5B1D}"/>
              </a:ext>
            </a:extLst>
          </p:cNvPr>
          <p:cNvSpPr txBox="1">
            <a:spLocks/>
          </p:cNvSpPr>
          <p:nvPr/>
        </p:nvSpPr>
        <p:spPr>
          <a:xfrm>
            <a:off x="786809" y="2899127"/>
            <a:ext cx="8229600" cy="1506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GB" sz="1800" b="1" dirty="0"/>
              <a:t>Q2 Employee names whose salaries are above than average salary of employee.</a:t>
            </a:r>
            <a:endParaRPr lang="en-GB" sz="18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r>
              <a:rPr lang="en-GB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SELECT </a:t>
            </a:r>
            <a:r>
              <a:rPr lang="en-GB" sz="17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emp_name</a:t>
            </a:r>
            <a:r>
              <a:rPr lang="en-GB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salary</a:t>
            </a:r>
          </a:p>
          <a:p>
            <a:pPr marL="0" indent="0">
              <a:buNone/>
            </a:pPr>
            <a:r>
              <a:rPr lang="en-GB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FROM employees</a:t>
            </a:r>
          </a:p>
          <a:p>
            <a:pPr marL="0" indent="0">
              <a:buNone/>
            </a:pPr>
            <a:r>
              <a:rPr lang="en-GB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WHERE salary &gt; (SELECT AVG(salary) FROM employees);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A775668-F977-CF42-3F08-5A910BFD6693}"/>
              </a:ext>
            </a:extLst>
          </p:cNvPr>
          <p:cNvSpPr txBox="1">
            <a:spLocks/>
          </p:cNvSpPr>
          <p:nvPr/>
        </p:nvSpPr>
        <p:spPr>
          <a:xfrm>
            <a:off x="786809" y="4566684"/>
            <a:ext cx="8229600" cy="13024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GB" sz="1700" b="1" dirty="0"/>
              <a:t>Q3 Second highest salary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SELECT MAX(salary)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FROM employees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WHERE salary &lt; (SELECT MAX(salary) FROM employees);</a:t>
            </a:r>
          </a:p>
        </p:txBody>
      </p:sp>
    </p:spTree>
    <p:extLst>
      <p:ext uri="{BB962C8B-B14F-4D97-AF65-F5344CB8AC3E}">
        <p14:creationId xmlns:p14="http://schemas.microsoft.com/office/powerpoint/2010/main" val="7156982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EABD4-E12A-8607-27A9-8E257AAF6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06EBF-BD4C-0003-8F01-6796DE36F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FF0000"/>
                </a:solidFill>
              </a:rPr>
              <a:t>SQL NoSQL MongoDB CouchDB  </a:t>
            </a:r>
            <a:endParaRPr dirty="0">
              <a:solidFill>
                <a:srgbClr val="FF0000"/>
              </a:solidFill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24CEAE9-DF51-CE17-B43B-D20BA24293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7683132"/>
              </p:ext>
            </p:extLst>
          </p:nvPr>
        </p:nvGraphicFramePr>
        <p:xfrm>
          <a:off x="797442" y="1417638"/>
          <a:ext cx="8229600" cy="4045076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347757545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89244370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427102365"/>
                    </a:ext>
                  </a:extLst>
                </a:gridCol>
              </a:tblGrid>
              <a:tr h="34296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1722859"/>
                  </a:ext>
                </a:extLst>
              </a:tr>
              <a:tr h="342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MongoDB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CouchDB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4511530"/>
                  </a:ext>
                </a:extLst>
              </a:tr>
              <a:tr h="34296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8928813"/>
                  </a:ext>
                </a:extLst>
              </a:tr>
              <a:tr h="342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Schema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Schema-less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Schema-less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4603724"/>
                  </a:ext>
                </a:extLst>
              </a:tr>
              <a:tr h="342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Performance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 performance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7802066"/>
                  </a:ext>
                </a:extLst>
              </a:tr>
              <a:tr h="387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Indexing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Advanced indexing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 indexing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3877581"/>
                  </a:ext>
                </a:extLst>
              </a:tr>
              <a:tr h="342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Cost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Services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Free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877975"/>
                  </a:ext>
                </a:extLst>
              </a:tr>
              <a:tr h="342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Offline Support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Excellent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5879399"/>
                  </a:ext>
                </a:extLst>
              </a:tr>
              <a:tr h="342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Conflict Handling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App-level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Built-in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8218154"/>
                  </a:ext>
                </a:extLst>
              </a:tr>
              <a:tr h="342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 Case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High-traffic apps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Offline-first apps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3445536"/>
                  </a:ext>
                </a:extLst>
              </a:tr>
              <a:tr h="342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Popularity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Very 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Niche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30787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52389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0C912-FF5A-E025-F4D4-72DA4F51B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389B2-6795-DCC6-8475-7A2832D16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FF0000"/>
                </a:solidFill>
              </a:rPr>
              <a:t>Home Work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86880-0E97-23A1-D7FD-5D4EDE875A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972" y="1600200"/>
            <a:ext cx="8229600" cy="1578935"/>
          </a:xfrm>
        </p:spPr>
        <p:txBody>
          <a:bodyPr>
            <a:normAutofit/>
          </a:bodyPr>
          <a:lstStyle/>
          <a:p>
            <a:r>
              <a:rPr lang="en-GB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Views</a:t>
            </a:r>
          </a:p>
          <a:p>
            <a:r>
              <a:rPr lang="en-GB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Store Procedure</a:t>
            </a:r>
          </a:p>
          <a:p>
            <a:r>
              <a:rPr lang="en-GB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Normalization (1/2/3NF)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024823B-C7D5-99DB-C597-99C67C7FFB14}"/>
              </a:ext>
            </a:extLst>
          </p:cNvPr>
          <p:cNvSpPr txBox="1">
            <a:spLocks/>
          </p:cNvSpPr>
          <p:nvPr/>
        </p:nvSpPr>
        <p:spPr>
          <a:xfrm>
            <a:off x="723014" y="4468332"/>
            <a:ext cx="8229600" cy="15789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dirty="0">
                <a:hlinkClick r:id="rId2"/>
              </a:rPr>
              <a:t>https://www.sql-practice.com/</a:t>
            </a:r>
            <a:r>
              <a:rPr lang="en-GB" sz="2000" dirty="0"/>
              <a:t>  ( </a:t>
            </a:r>
            <a:r>
              <a:rPr lang="en-GB" sz="2000" dirty="0" err="1"/>
              <a:t>sql</a:t>
            </a:r>
            <a:r>
              <a:rPr lang="en-GB" sz="2000" dirty="0"/>
              <a:t> practice platform )</a:t>
            </a:r>
          </a:p>
          <a:p>
            <a:r>
              <a:rPr lang="en-GB" sz="2000" dirty="0">
                <a:hlinkClick r:id="rId3"/>
              </a:rPr>
              <a:t>https://youtu.be/SSKVgrwhzus?si=eqqmy054WtuonB-e</a:t>
            </a:r>
            <a:r>
              <a:rPr lang="en-GB" sz="2000" dirty="0"/>
              <a:t> ( </a:t>
            </a:r>
            <a:r>
              <a:rPr lang="en-GB" sz="2000" dirty="0" err="1"/>
              <a:t>sql</a:t>
            </a:r>
            <a:r>
              <a:rPr lang="en-GB" sz="2000" dirty="0"/>
              <a:t> tutorial ) 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97EF955-5CC7-0BDA-C11D-7FD32D582126}"/>
              </a:ext>
            </a:extLst>
          </p:cNvPr>
          <p:cNvSpPr txBox="1">
            <a:spLocks/>
          </p:cNvSpPr>
          <p:nvPr/>
        </p:nvSpPr>
        <p:spPr>
          <a:xfrm>
            <a:off x="457200" y="3864085"/>
            <a:ext cx="8229600" cy="6042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800" dirty="0">
                <a:solidFill>
                  <a:srgbClr val="FF0000"/>
                </a:solidFill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641631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5424</TotalTime>
  <Words>731</Words>
  <Application>Microsoft Office PowerPoint</Application>
  <PresentationFormat>On-screen Show (4:3)</PresentationFormat>
  <Paragraphs>140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SQL</vt:lpstr>
      <vt:lpstr>Installation</vt:lpstr>
      <vt:lpstr>PowerPoint Presentation</vt:lpstr>
      <vt:lpstr>Alter Table</vt:lpstr>
      <vt:lpstr>Aggregate Functions</vt:lpstr>
      <vt:lpstr>Primary/Foreign key</vt:lpstr>
      <vt:lpstr>Seed Data</vt:lpstr>
      <vt:lpstr>Joins</vt:lpstr>
      <vt:lpstr>Interview Ques.</vt:lpstr>
      <vt:lpstr>SQL NoSQL MongoDB CouchDB  </vt:lpstr>
      <vt:lpstr>Home 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SHAVEZ ANSARI</cp:lastModifiedBy>
  <cp:revision>6</cp:revision>
  <dcterms:created xsi:type="dcterms:W3CDTF">2013-01-27T09:14:16Z</dcterms:created>
  <dcterms:modified xsi:type="dcterms:W3CDTF">2026-02-11T03:06:17Z</dcterms:modified>
  <cp:category/>
</cp:coreProperties>
</file>